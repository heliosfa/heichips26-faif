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ED42FA-6141-44DF-87D0-4A7E10EAF626}" v="30" dt="2026-08-07T15:01:12.6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72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raeme Bragg" userId="0dda1e47-9ff5-4237-bcc4-b07b7ef42ac6" providerId="ADAL" clId="{6B6C9B23-1837-4261-8851-FDD61FBBCF3D}"/>
    <pc:docChg chg="undo redo custSel addSld delSld modSld">
      <pc:chgData name="Graeme Bragg" userId="0dda1e47-9ff5-4237-bcc4-b07b7ef42ac6" providerId="ADAL" clId="{6B6C9B23-1837-4261-8851-FDD61FBBCF3D}" dt="2026-08-07T15:01:12.642" v="1037" actId="20577"/>
      <pc:docMkLst>
        <pc:docMk/>
      </pc:docMkLst>
      <pc:sldChg chg="del">
        <pc:chgData name="Graeme Bragg" userId="0dda1e47-9ff5-4237-bcc4-b07b7ef42ac6" providerId="ADAL" clId="{6B6C9B23-1837-4261-8851-FDD61FBBCF3D}" dt="2026-08-07T11:57:03.808" v="1" actId="47"/>
        <pc:sldMkLst>
          <pc:docMk/>
          <pc:sldMk cId="1614208575" sldId="256"/>
        </pc:sldMkLst>
      </pc:sldChg>
      <pc:sldChg chg="modSp mod modAnim">
        <pc:chgData name="Graeme Bragg" userId="0dda1e47-9ff5-4237-bcc4-b07b7ef42ac6" providerId="ADAL" clId="{6B6C9B23-1837-4261-8851-FDD61FBBCF3D}" dt="2026-08-07T15:01:12.642" v="1037" actId="20577"/>
        <pc:sldMkLst>
          <pc:docMk/>
          <pc:sldMk cId="2508051810" sldId="257"/>
        </pc:sldMkLst>
        <pc:spChg chg="mod">
          <ac:chgData name="Graeme Bragg" userId="0dda1e47-9ff5-4237-bcc4-b07b7ef42ac6" providerId="ADAL" clId="{6B6C9B23-1837-4261-8851-FDD61FBBCF3D}" dt="2026-08-07T14:39:35.409" v="1024"/>
          <ac:spMkLst>
            <pc:docMk/>
            <pc:sldMk cId="2508051810" sldId="257"/>
            <ac:spMk id="2" creationId="{40606A0E-2A80-0447-4D6A-E6E6D0D77DFF}"/>
          </ac:spMkLst>
        </pc:spChg>
        <pc:spChg chg="mod">
          <ac:chgData name="Graeme Bragg" userId="0dda1e47-9ff5-4237-bcc4-b07b7ef42ac6" providerId="ADAL" clId="{6B6C9B23-1837-4261-8851-FDD61FBBCF3D}" dt="2026-08-07T15:01:12.642" v="1037" actId="20577"/>
          <ac:spMkLst>
            <pc:docMk/>
            <pc:sldMk cId="2508051810" sldId="257"/>
            <ac:spMk id="3" creationId="{021660D5-9693-8E7B-A260-C184BFF97E83}"/>
          </ac:spMkLst>
        </pc:spChg>
        <pc:spChg chg="mod">
          <ac:chgData name="Graeme Bragg" userId="0dda1e47-9ff5-4237-bcc4-b07b7ef42ac6" providerId="ADAL" clId="{6B6C9B23-1837-4261-8851-FDD61FBBCF3D}" dt="2026-08-07T14:19:42.955" v="997" actId="207"/>
          <ac:spMkLst>
            <pc:docMk/>
            <pc:sldMk cId="2508051810" sldId="257"/>
            <ac:spMk id="7" creationId="{9D0D36E1-28DA-6E59-A0CE-FF9C1429D17D}"/>
          </ac:spMkLst>
        </pc:spChg>
      </pc:sldChg>
      <pc:sldChg chg="addSp delSp modSp new mod">
        <pc:chgData name="Graeme Bragg" userId="0dda1e47-9ff5-4237-bcc4-b07b7ef42ac6" providerId="ADAL" clId="{6B6C9B23-1837-4261-8851-FDD61FBBCF3D}" dt="2026-08-07T14:26:57.829" v="1009" actId="6549"/>
        <pc:sldMkLst>
          <pc:docMk/>
          <pc:sldMk cId="169044067" sldId="258"/>
        </pc:sldMkLst>
        <pc:spChg chg="mod">
          <ac:chgData name="Graeme Bragg" userId="0dda1e47-9ff5-4237-bcc4-b07b7ef42ac6" providerId="ADAL" clId="{6B6C9B23-1837-4261-8851-FDD61FBBCF3D}" dt="2026-08-07T14:14:35.793" v="978" actId="255"/>
          <ac:spMkLst>
            <pc:docMk/>
            <pc:sldMk cId="169044067" sldId="258"/>
            <ac:spMk id="2" creationId="{41CA7A4C-7BA1-D6EA-F9F2-34F1E4A15E46}"/>
          </ac:spMkLst>
        </pc:spChg>
        <pc:spChg chg="add del">
          <ac:chgData name="Graeme Bragg" userId="0dda1e47-9ff5-4237-bcc4-b07b7ef42ac6" providerId="ADAL" clId="{6B6C9B23-1837-4261-8851-FDD61FBBCF3D}" dt="2026-08-07T13:47:40.575" v="613"/>
          <ac:spMkLst>
            <pc:docMk/>
            <pc:sldMk cId="169044067" sldId="258"/>
            <ac:spMk id="3" creationId="{E80E60EA-80A1-7C16-5BFA-C2D65227A6D0}"/>
          </ac:spMkLst>
        </pc:spChg>
        <pc:spChg chg="add del mod">
          <ac:chgData name="Graeme Bragg" userId="0dda1e47-9ff5-4237-bcc4-b07b7ef42ac6" providerId="ADAL" clId="{6B6C9B23-1837-4261-8851-FDD61FBBCF3D}" dt="2026-08-07T13:51:36.322" v="625"/>
          <ac:spMkLst>
            <pc:docMk/>
            <pc:sldMk cId="169044067" sldId="258"/>
            <ac:spMk id="9" creationId="{68A476FE-F1DA-4B06-5721-B1E630E36A0D}"/>
          </ac:spMkLst>
        </pc:spChg>
        <pc:spChg chg="add mod">
          <ac:chgData name="Graeme Bragg" userId="0dda1e47-9ff5-4237-bcc4-b07b7ef42ac6" providerId="ADAL" clId="{6B6C9B23-1837-4261-8851-FDD61FBBCF3D}" dt="2026-08-07T14:26:57.829" v="1009" actId="6549"/>
          <ac:spMkLst>
            <pc:docMk/>
            <pc:sldMk cId="169044067" sldId="258"/>
            <ac:spMk id="12" creationId="{BDBB675E-BECF-813B-748F-008DA6BDD70C}"/>
          </ac:spMkLst>
        </pc:spChg>
        <pc:picChg chg="add del mod ord modCrop">
          <ac:chgData name="Graeme Bragg" userId="0dda1e47-9ff5-4237-bcc4-b07b7ef42ac6" providerId="ADAL" clId="{6B6C9B23-1837-4261-8851-FDD61FBBCF3D}" dt="2026-08-07T13:47:13.113" v="611" actId="931"/>
          <ac:picMkLst>
            <pc:docMk/>
            <pc:sldMk cId="169044067" sldId="258"/>
            <ac:picMk id="5" creationId="{8F12A9EF-4FAA-D93B-66D3-A4D8620EB16F}"/>
          </ac:picMkLst>
        </pc:picChg>
        <pc:picChg chg="add del mod ord modCrop">
          <ac:chgData name="Graeme Bragg" userId="0dda1e47-9ff5-4237-bcc4-b07b7ef42ac6" providerId="ADAL" clId="{6B6C9B23-1837-4261-8851-FDD61FBBCF3D}" dt="2026-08-07T13:51:32.801" v="623" actId="478"/>
          <ac:picMkLst>
            <pc:docMk/>
            <pc:sldMk cId="169044067" sldId="258"/>
            <ac:picMk id="7" creationId="{7D3B347E-EDBE-A20A-9CC0-8B15396212DC}"/>
          </ac:picMkLst>
        </pc:picChg>
        <pc:picChg chg="add mod ord modCrop">
          <ac:chgData name="Graeme Bragg" userId="0dda1e47-9ff5-4237-bcc4-b07b7ef42ac6" providerId="ADAL" clId="{6B6C9B23-1837-4261-8851-FDD61FBBCF3D}" dt="2026-08-07T13:52:01.603" v="633" actId="732"/>
          <ac:picMkLst>
            <pc:docMk/>
            <pc:sldMk cId="169044067" sldId="258"/>
            <ac:picMk id="11" creationId="{7FCEC113-09B8-8405-1618-5B068C50F027}"/>
          </ac:picMkLst>
        </pc:picChg>
      </pc:sldChg>
      <pc:sldChg chg="modSp new mod modAnim">
        <pc:chgData name="Graeme Bragg" userId="0dda1e47-9ff5-4237-bcc4-b07b7ef42ac6" providerId="ADAL" clId="{6B6C9B23-1837-4261-8851-FDD61FBBCF3D}" dt="2026-08-07T14:39:36.967" v="1026"/>
        <pc:sldMkLst>
          <pc:docMk/>
          <pc:sldMk cId="3302595798" sldId="259"/>
        </pc:sldMkLst>
        <pc:spChg chg="mod">
          <ac:chgData name="Graeme Bragg" userId="0dda1e47-9ff5-4237-bcc4-b07b7ef42ac6" providerId="ADAL" clId="{6B6C9B23-1837-4261-8851-FDD61FBBCF3D}" dt="2026-08-07T14:14:41.061" v="979" actId="255"/>
          <ac:spMkLst>
            <pc:docMk/>
            <pc:sldMk cId="3302595798" sldId="259"/>
            <ac:spMk id="2" creationId="{059DB329-0B70-C5E1-F109-DB01B6315ED9}"/>
          </ac:spMkLst>
        </pc:spChg>
        <pc:spChg chg="mod">
          <ac:chgData name="Graeme Bragg" userId="0dda1e47-9ff5-4237-bcc4-b07b7ef42ac6" providerId="ADAL" clId="{6B6C9B23-1837-4261-8851-FDD61FBBCF3D}" dt="2026-08-07T14:39:36.967" v="1026"/>
          <ac:spMkLst>
            <pc:docMk/>
            <pc:sldMk cId="3302595798" sldId="259"/>
            <ac:spMk id="3" creationId="{A0F03036-6607-07E0-6F0C-71DFB45C7383}"/>
          </ac:spMkLst>
        </pc:spChg>
      </pc:sldChg>
      <pc:sldChg chg="addSp delSp modSp new mod">
        <pc:chgData name="Graeme Bragg" userId="0dda1e47-9ff5-4237-bcc4-b07b7ef42ac6" providerId="ADAL" clId="{6B6C9B23-1837-4261-8851-FDD61FBBCF3D}" dt="2026-08-07T14:14:53.704" v="981" actId="1076"/>
        <pc:sldMkLst>
          <pc:docMk/>
          <pc:sldMk cId="2356910966" sldId="260"/>
        </pc:sldMkLst>
        <pc:spChg chg="mod">
          <ac:chgData name="Graeme Bragg" userId="0dda1e47-9ff5-4237-bcc4-b07b7ef42ac6" providerId="ADAL" clId="{6B6C9B23-1837-4261-8851-FDD61FBBCF3D}" dt="2026-08-07T14:14:44.219" v="980" actId="403"/>
          <ac:spMkLst>
            <pc:docMk/>
            <pc:sldMk cId="2356910966" sldId="260"/>
            <ac:spMk id="2" creationId="{1568B210-6497-0168-0B65-08D99A697257}"/>
          </ac:spMkLst>
        </pc:spChg>
        <pc:spChg chg="del mod">
          <ac:chgData name="Graeme Bragg" userId="0dda1e47-9ff5-4237-bcc4-b07b7ef42ac6" providerId="ADAL" clId="{6B6C9B23-1837-4261-8851-FDD61FBBCF3D}" dt="2026-08-07T13:43:39.943" v="550"/>
          <ac:spMkLst>
            <pc:docMk/>
            <pc:sldMk cId="2356910966" sldId="260"/>
            <ac:spMk id="3" creationId="{1A963805-3986-504D-17C7-EA853E8025A5}"/>
          </ac:spMkLst>
        </pc:spChg>
        <pc:spChg chg="add del">
          <ac:chgData name="Graeme Bragg" userId="0dda1e47-9ff5-4237-bcc4-b07b7ef42ac6" providerId="ADAL" clId="{6B6C9B23-1837-4261-8851-FDD61FBBCF3D}" dt="2026-08-07T13:55:21.742" v="829" actId="22"/>
          <ac:spMkLst>
            <pc:docMk/>
            <pc:sldMk cId="2356910966" sldId="260"/>
            <ac:spMk id="7" creationId="{4F3B460C-EA97-D0A4-B710-7579BD19F56C}"/>
          </ac:spMkLst>
        </pc:spChg>
        <pc:picChg chg="add mod ord">
          <ac:chgData name="Graeme Bragg" userId="0dda1e47-9ff5-4237-bcc4-b07b7ef42ac6" providerId="ADAL" clId="{6B6C9B23-1837-4261-8851-FDD61FBBCF3D}" dt="2026-08-07T13:57:46.894" v="894" actId="1076"/>
          <ac:picMkLst>
            <pc:docMk/>
            <pc:sldMk cId="2356910966" sldId="260"/>
            <ac:picMk id="5" creationId="{CB581362-4A26-07C5-B850-74CAE90B0885}"/>
          </ac:picMkLst>
        </pc:picChg>
        <pc:picChg chg="add del mod">
          <ac:chgData name="Graeme Bragg" userId="0dda1e47-9ff5-4237-bcc4-b07b7ef42ac6" providerId="ADAL" clId="{6B6C9B23-1837-4261-8851-FDD61FBBCF3D}" dt="2026-08-07T13:56:13.021" v="832" actId="21"/>
          <ac:picMkLst>
            <pc:docMk/>
            <pc:sldMk cId="2356910966" sldId="260"/>
            <ac:picMk id="9" creationId="{9238F9C2-0098-D3D2-64FC-19B1C0AB792D}"/>
          </ac:picMkLst>
        </pc:picChg>
        <pc:picChg chg="add mod ord modCrop">
          <ac:chgData name="Graeme Bragg" userId="0dda1e47-9ff5-4237-bcc4-b07b7ef42ac6" providerId="ADAL" clId="{6B6C9B23-1837-4261-8851-FDD61FBBCF3D}" dt="2026-08-07T14:14:53.704" v="981" actId="1076"/>
          <ac:picMkLst>
            <pc:docMk/>
            <pc:sldMk cId="2356910966" sldId="260"/>
            <ac:picMk id="11" creationId="{23F8C855-8637-C266-93A2-464E59922E73}"/>
          </ac:picMkLst>
        </pc:picChg>
      </pc:sldChg>
      <pc:sldChg chg="addSp delSp modSp new mod">
        <pc:chgData name="Graeme Bragg" userId="0dda1e47-9ff5-4237-bcc4-b07b7ef42ac6" providerId="ADAL" clId="{6B6C9B23-1837-4261-8851-FDD61FBBCF3D}" dt="2026-08-07T13:56:40.584" v="870" actId="1076"/>
        <pc:sldMkLst>
          <pc:docMk/>
          <pc:sldMk cId="3271426208" sldId="261"/>
        </pc:sldMkLst>
        <pc:spChg chg="del mod">
          <ac:chgData name="Graeme Bragg" userId="0dda1e47-9ff5-4237-bcc4-b07b7ef42ac6" providerId="ADAL" clId="{6B6C9B23-1837-4261-8851-FDD61FBBCF3D}" dt="2026-08-07T13:56:22.721" v="836" actId="478"/>
          <ac:spMkLst>
            <pc:docMk/>
            <pc:sldMk cId="3271426208" sldId="261"/>
            <ac:spMk id="2" creationId="{3E5C6025-BC4A-BCAE-F718-CC789800A53D}"/>
          </ac:spMkLst>
        </pc:spChg>
        <pc:spChg chg="del">
          <ac:chgData name="Graeme Bragg" userId="0dda1e47-9ff5-4237-bcc4-b07b7ef42ac6" providerId="ADAL" clId="{6B6C9B23-1837-4261-8851-FDD61FBBCF3D}" dt="2026-08-07T13:56:17.038" v="834" actId="22"/>
          <ac:spMkLst>
            <pc:docMk/>
            <pc:sldMk cId="3271426208" sldId="261"/>
            <ac:spMk id="3" creationId="{692A7915-DC57-ACFC-6A90-63B31719FF89}"/>
          </ac:spMkLst>
        </pc:spChg>
        <pc:picChg chg="add mod">
          <ac:chgData name="Graeme Bragg" userId="0dda1e47-9ff5-4237-bcc4-b07b7ef42ac6" providerId="ADAL" clId="{6B6C9B23-1837-4261-8851-FDD61FBBCF3D}" dt="2026-08-07T13:56:40.584" v="870" actId="1076"/>
          <ac:picMkLst>
            <pc:docMk/>
            <pc:sldMk cId="3271426208" sldId="261"/>
            <ac:picMk id="5" creationId="{8ABF7A85-437C-E243-0445-4036882CAD4D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6847D-1CF6-46BA-B46B-48BED0604A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 cap="all" spc="1500" baseline="0">
                <a:latin typeface="+mj-lt"/>
                <a:ea typeface="Source Sans Pro SemiBold" panose="020B0603030403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B4F5A5-C931-4A4C-B6B1-EF4C95965B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cap="all" spc="4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grpSp>
        <p:nvGrpSpPr>
          <p:cNvPr id="7" name="Graphic 185">
            <a:extLst>
              <a:ext uri="{FF2B5EF4-FFF2-40B4-BE49-F238E27FC236}">
                <a16:creationId xmlns:a16="http://schemas.microsoft.com/office/drawing/2014/main" id="{8A351602-3772-4279-B0D3-A523F6F6EAB3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A5AAAA75-5FFB-4C07-AD4A-3146773E6CDD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1479895E-3847-44BB-8404-28F14219FB70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0E02F68-8149-4236-8D9F-6B550F78B932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56FCAAB-F073-4561-A484-42C7DD10DC26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CF8DB94-87A3-43E9-9BBB-301CFF0FB05B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DE4AEC-B6E4-439C-B716-EBE3D4D1D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0F569-AC90-44EB-9EF4-4E5C2F5D823C}" type="datetime1">
              <a:rPr lang="en-US" smtClean="0"/>
              <a:t>8/7/2026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78BC18-102E-45BF-8FEA-801E9C59D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A8BF5F-B1F8-461F-9B3D-7D50D0242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D6BF779-0B8C-4CC2-9268-9506AD0C5331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4149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88500-1605-41EA-A15F-9B79DF7E4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B14AC8-25A5-4D7F-BF23-CB20AA2ECF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8" name="Graphic 185">
            <a:extLst>
              <a:ext uri="{FF2B5EF4-FFF2-40B4-BE49-F238E27FC236}">
                <a16:creationId xmlns:a16="http://schemas.microsoft.com/office/drawing/2014/main" id="{8997F1B7-1EE7-4EA5-A5A4-866F9A810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B5E13483-2FB6-4753-8402-06FDC3498E06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88F0DF22-F640-4002-B783-DF1C6A9473F6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C2787B8-7984-4332-B611-D3D3DE898FE0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AF3646C-B3D7-4F57-8FD2-CD93CEB39214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65FA7DA-93A0-43A4-834C-0F1BB9806A8C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995D22-0146-4DE2-9E78-4C00333D4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D79EF-17C8-45D8-9866-DAF5723FC604}" type="datetime1">
              <a:rPr lang="en-US" smtClean="0"/>
              <a:t>8/7/2026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59717A-A1FE-485D-AFFF-2C7026C71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6DB88B-64CF-4100-8F07-D191DD793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04332FF-8349-42A5-B5C8-5EE3825CE252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286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BFE6C-EBF1-47DE-8468-E7125172B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104992-D139-48DC-BCCE-D71EA23CA2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7" name="Graphic 185">
            <a:extLst>
              <a:ext uri="{FF2B5EF4-FFF2-40B4-BE49-F238E27FC236}">
                <a16:creationId xmlns:a16="http://schemas.microsoft.com/office/drawing/2014/main" id="{A8C5E768-0E62-4DE7-A0AF-93121DA8439E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6402845F-9E8A-41E1-B051-1AAA46C997A2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A45C410-5FD0-4339-A3BC-A865DE4190AF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7B0B703-8BA8-483C-A433-C44C809687DE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ECCFA03D-B879-419B-88B9-F4F3645C8AF5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6B0260A-6B2D-4F54-8614-60BC3103E166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1AB8F6-0796-47E9-B1D4-760B7CCFC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C2ADC-3680-4013-A757-E4663495DB98}" type="datetime1">
              <a:rPr lang="en-US" smtClean="0"/>
              <a:t>8/7/2026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886FC0-7327-44D9-B689-0AE73FD25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19D265-BFBA-4C93-9B1A-B9483AE6B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64F5FEB-DE92-47DA-8C46-DC088E8960A4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977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637BE-B22F-40EE-94F0-04549BC56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71582-4BAF-4211-AD4A-476ED6EB11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9DCF6B-C800-4345-BAE9-EE9FA65903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8" name="Graphic 185">
            <a:extLst>
              <a:ext uri="{FF2B5EF4-FFF2-40B4-BE49-F238E27FC236}">
                <a16:creationId xmlns:a16="http://schemas.microsoft.com/office/drawing/2014/main" id="{E6190A1E-5381-43C4-B058-7758339984D6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7E35469-0BEA-4E5E-955F-1AA300A62DE5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8F650BE-565E-4A52-8143-7A87700FC5F5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286A3F89-AA2A-44E5-915E-C47A069EB685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C57F514-AB27-4489-8D3C-01DD1025DDAD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141169F-1C39-4D04-AF32-D0D14D004B05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087465-759F-4895-8FC6-DD464FB91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1BA94-5DCA-4F19-960F-0FB2BD5EE85A}" type="datetime1">
              <a:rPr lang="en-US" smtClean="0"/>
              <a:t>8/7/2026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F1AA18-D8A5-44D9-881C-522258ED5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1BA574-A76A-4F4C-8CBD-768278B66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793E083-ADC4-4391-83DD-781529A66110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932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1B666-D6BE-4FA8-9CF1-F15FD58B0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CE4B4A-DE64-4563-83CD-C40B1D681D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DA0314-0202-4E6D-8352-C28376A9C0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B56083-87B4-4603-B6FF-A9EB68E3E6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3708CF-F028-4917-A9CB-59BF5248A2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10" name="Graphic 185">
            <a:extLst>
              <a:ext uri="{FF2B5EF4-FFF2-40B4-BE49-F238E27FC236}">
                <a16:creationId xmlns:a16="http://schemas.microsoft.com/office/drawing/2014/main" id="{81B934BF-E239-47E1-93E9-EA3182162D21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3BBF177-5044-426A-93ED-64BDC84BF184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4270648-77F5-4D28-B691-DA57AA28FD73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086B770-2F70-4B7B-9525-286BBD63AD72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7DDC14D-7AE3-41CD-ADFC-A3601D4F9DF3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2181834-8401-4B66-85EE-1CBF57807DAB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33C091-3B62-4087-9A97-63BBE28CF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ED947-38D9-44AC-8B89-E79758333B77}" type="datetime1">
              <a:rPr lang="en-US" smtClean="0"/>
              <a:t>8/7/2026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0710C3-2723-4847-BCAF-96D9FAE50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618B2C-95AC-4438-97FD-07ACF297B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6B0F5A7-6E8A-4BCD-8F1F-233ECD21B262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6936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9CF7F-748D-4598-983E-96A2BE269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6" name="Graphic 185">
            <a:extLst>
              <a:ext uri="{FF2B5EF4-FFF2-40B4-BE49-F238E27FC236}">
                <a16:creationId xmlns:a16="http://schemas.microsoft.com/office/drawing/2014/main" id="{DFD4D3BE-80D4-4E69-9C76-F0D8517DF690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A0B6E97F-00E1-4372-8978-8BCBDC9026E6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C7651B7-7A30-4AFA-A4D7-0B0C5D2DDAAF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D2FC5CA-556B-4409-B084-34753A1F04E6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E63FB41-EE1F-4889-9096-3A38936330D5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DD19F3B-7B3E-4861-8FDA-D0116C96C16E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0A2C46-C908-4010-AAE2-9FA41B145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1E23F-BD3C-4F23-B116-2B758120C8AC}" type="datetime1">
              <a:rPr lang="en-US" smtClean="0"/>
              <a:t>8/7/2026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CF5279-7D37-4D98-9A70-987C84F62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96FAD0-59EF-49AA-BBC6-A0EC184DD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76EB399-18D2-46D5-8757-35FCFF8EA80D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229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aphic 185">
            <a:extLst>
              <a:ext uri="{FF2B5EF4-FFF2-40B4-BE49-F238E27FC236}">
                <a16:creationId xmlns:a16="http://schemas.microsoft.com/office/drawing/2014/main" id="{773CCE17-EE0F-40E0-B7AE-CF7677B64709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B0AC6C4E-6EA5-454A-AB84-8B94D8B585EC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B4329338-925B-4677-BA6E-4357D37DB545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334C0A08-043F-4818-BA1D-BCC9F811A873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DCB185DD-ED0D-4633-8098-95C4A6F177CC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AD50526-B611-40B6-BB45-AE82F0EF5992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08C302-4224-4668-8CAC-3267172A0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CFAA9-6D59-4D98-869E-ACBDB83B2CA4}" type="datetime1">
              <a:rPr lang="en-US" smtClean="0"/>
              <a:t>8/7/2026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C8FC22-AEB6-4BAF-BF93-41A2C757C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2CA88A-5462-4F17-AFA0-52721ADDB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0CCC791-94D7-4BB8-9EDF-423CEA1F6215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644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6AC37-C5B5-462A-BE4A-E55CEBF2A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B007F-32A8-4688-BBEF-4FCB99DF5E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F2E2EB-BF8A-44A4-8AE0-BD6C31B1D9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8" name="Graphic 185">
            <a:extLst>
              <a:ext uri="{FF2B5EF4-FFF2-40B4-BE49-F238E27FC236}">
                <a16:creationId xmlns:a16="http://schemas.microsoft.com/office/drawing/2014/main" id="{FC9E188F-54C8-4547-9F8C-525712AD7DB6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B99C4538-3939-47A9-A590-09FF21960653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7541CA75-5D05-4996-A26D-CE0C909CD5F7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86305856-26BC-4BCC-BEF3-5E9CED941775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C69651C-AC37-4CD2-8367-19297D7E2389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3E9031B-BA8D-4D9D-9BB3-A16F7A80F854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9840A2-CF60-4C47-B955-E65BC451F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10804-27E3-430A-BB42-B831260DE39A}" type="datetime1">
              <a:rPr lang="en-US" smtClean="0"/>
              <a:t>8/7/2026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79DC6E-CC55-47AB-A405-5FB7EE2D1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5D5E7D-EBA7-4DB0-8C78-7EB8A85FA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5B051DE-636E-4B3C-9886-2055CE23E49A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644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1D355-3146-41D1-B7DC-20B8ACE39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D4AAFB-E8F8-4FD1-8C6A-ED2C3FAD50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051AF1-B16F-43B9-95CC-C17B570DEC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8" name="Graphic 185">
            <a:extLst>
              <a:ext uri="{FF2B5EF4-FFF2-40B4-BE49-F238E27FC236}">
                <a16:creationId xmlns:a16="http://schemas.microsoft.com/office/drawing/2014/main" id="{C8B77273-9FF7-4B93-8385-AD09A5F86AE5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117A673-3729-4EAD-9E8C-52BEBF74B857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EE8DB752-94CD-4A94-BDE3-DD285EB89F3F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2F8DDFC-E5CA-4F36-B2BE-BCE49D4F6C95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BB589AE-2F9C-4C83-8DC7-1205CB037525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AC9A2DE-3C9E-4CD0-8C7A-CC5F9F9942E4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8C8714-2467-4715-934E-6787C84F7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22DE3-3D1A-4D53-B9A6-6C7463B8C992}" type="datetime1">
              <a:rPr lang="en-US" smtClean="0"/>
              <a:t>8/7/2026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6F13D6-03EC-4D31-8BB1-9FFDE3633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65D4DD-A2A4-4DF6-9527-E5F12FEB9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D202F3A-9FDE-4E11-B865-FBAEC415F880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528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3A871-D377-4EC0-9ACF-86842F01E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D53202-92A9-45A3-B812-777DB9578B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7" name="Graphic 185">
            <a:extLst>
              <a:ext uri="{FF2B5EF4-FFF2-40B4-BE49-F238E27FC236}">
                <a16:creationId xmlns:a16="http://schemas.microsoft.com/office/drawing/2014/main" id="{7196FB0C-3A9D-4892-90C9-21F3459AAD9E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16938C96-CF0F-4B69-A695-913F11BFC6F0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CA7E6BB-6B60-4BF5-9D3E-A3FE782EF5B0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F693EDA-57B3-4AEB-863B-B198C2A5A8E3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B3A04A96-045F-4B6E-AEEE-11A2FA01B4FC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FB357DC-5AD3-44F4-879B-5AD6B18AC36F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2CA47F-83AD-4BE3-AC2F-6C17883F7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A7D41-E8B7-4A0B-B861-3EC4AE88917D}" type="datetime1">
              <a:rPr lang="en-US" smtClean="0"/>
              <a:t>8/7/2026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118A72-3200-4597-A9C5-0D9ECFF3E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70055A-71D4-49B4-8A8F-19AFDB84E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B0E5D27-C447-432F-982D-B60FDD6F34AD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3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C59DBB-9256-464D-8A6A-8BDA71541D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25E310-E6CB-4838-8E9B-B288DA5527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7" name="Graphic 185">
            <a:extLst>
              <a:ext uri="{FF2B5EF4-FFF2-40B4-BE49-F238E27FC236}">
                <a16:creationId xmlns:a16="http://schemas.microsoft.com/office/drawing/2014/main" id="{BCF412A8-E798-47AD-ABD9-98D76A55D30B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E70160C5-475D-401A-AEE2-2C04E99A1518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07CC7CE9-9C7F-49C2-8609-47BF523390F5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726FD5F1-978C-45AF-9086-D5DBE1F01681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873AB1C-723A-4FB4-9B23-65BAF5074833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1DE5510-5094-4FA4-96E5-AD4841D1C38A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CE2202-679F-48B0-B2DD-F6F547112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34823-0B19-4B4E-A643-7A3B0A3D24D6}" type="datetime1">
              <a:rPr lang="en-US" smtClean="0"/>
              <a:t>8/7/2026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7BC83D-E4C0-49E1-ADA1-1AF403984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BF211E-B2EA-4CDC-9E84-B68983949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FE2F5FD-5D31-4C1D-82F8-93624C7B0A3C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511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33F5C3-CD4B-4472-B59A-49D460CB1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72236B-AB2C-4D6F-AE15-700992DA91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90F509-07BE-4446-8772-F44E09936B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cap="all" spc="100" baseline="0">
                <a:solidFill>
                  <a:schemeClr val="tx1">
                    <a:tint val="75000"/>
                  </a:schemeClr>
                </a:solidFill>
                <a:latin typeface="+mn-lt"/>
                <a:ea typeface="Source Sans Pro SemiBold" panose="020B0603030403020204" pitchFamily="34" charset="0"/>
              </a:defRPr>
            </a:lvl1pPr>
          </a:lstStyle>
          <a:p>
            <a:fld id="{5ECD8B30-1B71-45A1-8314-D59C86F581E1}" type="datetime1">
              <a:rPr lang="en-US" smtClean="0"/>
              <a:pPr/>
              <a:t>8/7/2026</a:t>
            </a:fld>
            <a:endParaRPr lang="en-US" b="1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1B927E-3833-4F85-99B5-56B5F1E540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cap="all" spc="100" baseline="0">
                <a:solidFill>
                  <a:schemeClr val="tx1">
                    <a:tint val="75000"/>
                  </a:schemeClr>
                </a:solidFill>
                <a:latin typeface="+mn-lt"/>
                <a:ea typeface="Source Sans Pro SemiBold" panose="020B0603030403020204" pitchFamily="34" charset="0"/>
              </a:defRPr>
            </a:lvl1pPr>
          </a:lstStyle>
          <a:p>
            <a:r>
              <a:rPr lang="en-US" dirty="0"/>
              <a:t>Sample Footer Text</a:t>
            </a:r>
            <a:endParaRPr lang="en-US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28CB64-4E98-43DE-B543-7BE5B329DB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cap="all" spc="100" baseline="0">
                <a:solidFill>
                  <a:schemeClr val="tx1">
                    <a:tint val="75000"/>
                  </a:schemeClr>
                </a:solidFill>
                <a:latin typeface="+mn-lt"/>
                <a:ea typeface="Source Sans Pro SemiBold" panose="020B0603030403020204" pitchFamily="34" charset="0"/>
              </a:defRPr>
            </a:lvl1pPr>
          </a:lstStyle>
          <a:p>
            <a:fld id="{F3450C42-9A0B-4425-92C2-70FCF7C45734}" type="slidenum">
              <a:rPr lang="en-US" smtClean="0"/>
              <a:pPr/>
              <a:t>‹#›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694802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06A0E-2A80-0447-4D6A-E6E6D0D77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245"/>
            <a:ext cx="11353800" cy="1325563"/>
          </a:xfrm>
        </p:spPr>
        <p:txBody>
          <a:bodyPr>
            <a:normAutofit/>
          </a:bodyPr>
          <a:lstStyle/>
          <a:p>
            <a:r>
              <a:rPr lang="en-US" sz="6000" dirty="0" err="1">
                <a:solidFill>
                  <a:schemeClr val="tx2">
                    <a:lumMod val="50000"/>
                  </a:schemeClr>
                </a:solidFill>
              </a:rPr>
              <a:t>FAIf</a:t>
            </a:r>
            <a:r>
              <a:rPr lang="en-US" sz="6000" dirty="0"/>
              <a:t>:	</a:t>
            </a:r>
            <a:r>
              <a:rPr lang="en-US" sz="6000" dirty="0" err="1">
                <a:solidFill>
                  <a:schemeClr val="tx2">
                    <a:lumMod val="50000"/>
                  </a:schemeClr>
                </a:solidFill>
              </a:rPr>
              <a:t>F</a:t>
            </a:r>
            <a:r>
              <a:rPr lang="en-US" sz="6000" dirty="0" err="1"/>
              <a:t>ABulous</a:t>
            </a:r>
            <a:r>
              <a:rPr lang="en-US" sz="6000" dirty="0"/>
              <a:t> </a:t>
            </a:r>
            <a:r>
              <a:rPr lang="en-US" sz="6000" dirty="0">
                <a:solidFill>
                  <a:schemeClr val="tx2">
                    <a:lumMod val="50000"/>
                  </a:schemeClr>
                </a:solidFill>
              </a:rPr>
              <a:t>A</a:t>
            </a:r>
            <a:r>
              <a:rPr lang="en-US" sz="6000" dirty="0"/>
              <a:t>nalogue </a:t>
            </a:r>
            <a:r>
              <a:rPr lang="en-US" sz="6000" dirty="0">
                <a:solidFill>
                  <a:schemeClr val="tx2">
                    <a:lumMod val="50000"/>
                  </a:schemeClr>
                </a:solidFill>
              </a:rPr>
              <a:t>I</a:t>
            </a:r>
            <a:r>
              <a:rPr lang="en-US" sz="6000" dirty="0"/>
              <a:t>nter</a:t>
            </a:r>
            <a:r>
              <a:rPr lang="en-US" sz="6000" dirty="0">
                <a:solidFill>
                  <a:schemeClr val="tx2">
                    <a:lumMod val="50000"/>
                  </a:schemeClr>
                </a:solidFill>
              </a:rPr>
              <a:t>f</a:t>
            </a:r>
            <a:r>
              <a:rPr lang="en-US" sz="6000" dirty="0"/>
              <a:t>ace</a:t>
            </a:r>
            <a:endParaRPr lang="en-GB" sz="6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1660D5-9693-8E7B-A260-C184BFF97E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4729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Aim:</a:t>
            </a:r>
          </a:p>
          <a:p>
            <a:r>
              <a:rPr lang="en-GB" dirty="0"/>
              <a:t>To provide useful general purpose analogue peripherals</a:t>
            </a:r>
          </a:p>
          <a:p>
            <a:r>
              <a:rPr lang="en-GB" dirty="0"/>
              <a:t>To stress-test/smoke-test the EDA &amp; </a:t>
            </a:r>
            <a:r>
              <a:rPr lang="en-GB"/>
              <a:t>build tool </a:t>
            </a:r>
            <a:r>
              <a:rPr lang="en-GB" dirty="0"/>
              <a:t>capabilities</a:t>
            </a:r>
          </a:p>
          <a:p>
            <a:pPr lvl="1"/>
            <a:endParaRPr lang="en-GB" dirty="0"/>
          </a:p>
          <a:p>
            <a:pPr marL="0" indent="0">
              <a:buNone/>
            </a:pPr>
            <a:r>
              <a:rPr lang="en-GB" dirty="0"/>
              <a:t>What we did:</a:t>
            </a:r>
          </a:p>
          <a:p>
            <a:r>
              <a:rPr lang="en-GB" dirty="0"/>
              <a:t>Ported analogue blocks to IHP-SG13CMOS5L PDK,</a:t>
            </a:r>
          </a:p>
          <a:p>
            <a:r>
              <a:rPr lang="en-GB" dirty="0"/>
              <a:t>Implemented an ADC and DAC,</a:t>
            </a:r>
          </a:p>
          <a:p>
            <a:r>
              <a:rPr lang="en-GB" dirty="0"/>
              <a:t>Lots of simulations and verification,</a:t>
            </a:r>
          </a:p>
          <a:p>
            <a:r>
              <a:rPr lang="en-GB" dirty="0"/>
              <a:t>Using a mix of VHDL and SystemVerilog…</a:t>
            </a:r>
          </a:p>
        </p:txBody>
      </p:sp>
      <p:sp>
        <p:nvSpPr>
          <p:cNvPr id="7" name="Subtitle 3">
            <a:extLst>
              <a:ext uri="{FF2B5EF4-FFF2-40B4-BE49-F238E27FC236}">
                <a16:creationId xmlns:a16="http://schemas.microsoft.com/office/drawing/2014/main" id="{9D0D36E1-28DA-6E59-A0CE-FF9C1429D17D}"/>
              </a:ext>
            </a:extLst>
          </p:cNvPr>
          <p:cNvSpPr txBox="1">
            <a:spLocks/>
          </p:cNvSpPr>
          <p:nvPr/>
        </p:nvSpPr>
        <p:spPr>
          <a:xfrm>
            <a:off x="838200" y="5938982"/>
            <a:ext cx="9848273" cy="829038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By the </a:t>
            </a:r>
            <a:r>
              <a:rPr lang="en-US" sz="2800" dirty="0">
                <a:solidFill>
                  <a:schemeClr val="tx2">
                    <a:lumMod val="90000"/>
                  </a:schemeClr>
                </a:solidFill>
              </a:rPr>
              <a:t>Anal</a:t>
            </a:r>
            <a:r>
              <a:rPr lang="en-US" sz="2800" dirty="0"/>
              <a:t>ogue </a:t>
            </a:r>
            <a:r>
              <a:rPr lang="en-US" sz="2800" dirty="0">
                <a:solidFill>
                  <a:schemeClr val="tx2">
                    <a:lumMod val="90000"/>
                  </a:schemeClr>
                </a:solidFill>
              </a:rPr>
              <a:t>Mi</a:t>
            </a:r>
            <a:r>
              <a:rPr lang="en-US" sz="2800" dirty="0"/>
              <a:t>xed </a:t>
            </a:r>
            <a:r>
              <a:rPr lang="en-US" sz="2800" dirty="0">
                <a:solidFill>
                  <a:schemeClr val="tx2">
                    <a:lumMod val="90000"/>
                  </a:schemeClr>
                </a:solidFill>
              </a:rPr>
              <a:t>S</a:t>
            </a:r>
            <a:r>
              <a:rPr lang="en-US" sz="2800" dirty="0"/>
              <a:t>ignal </a:t>
            </a:r>
            <a:r>
              <a:rPr lang="en-US" sz="2800" dirty="0">
                <a:solidFill>
                  <a:schemeClr val="tx2">
                    <a:lumMod val="90000"/>
                  </a:schemeClr>
                </a:solidFill>
              </a:rPr>
              <a:t>T</a:t>
            </a:r>
            <a:r>
              <a:rPr lang="en-US" sz="2800" dirty="0"/>
              <a:t>eam:</a:t>
            </a:r>
          </a:p>
          <a:p>
            <a:r>
              <a:rPr lang="en-US" sz="2800" dirty="0"/>
              <a:t>Pascal Gesell, Torsten </a:t>
            </a:r>
            <a:r>
              <a:rPr lang="en-US" sz="2800" dirty="0" err="1"/>
              <a:t>Maehne</a:t>
            </a:r>
            <a:r>
              <a:rPr lang="en-US" sz="2800" dirty="0"/>
              <a:t>, Graeme Bragg &amp; Benedikt Lukat</a:t>
            </a:r>
          </a:p>
        </p:txBody>
      </p:sp>
    </p:spTree>
    <p:extLst>
      <p:ext uri="{BB962C8B-B14F-4D97-AF65-F5344CB8AC3E}">
        <p14:creationId xmlns:p14="http://schemas.microsoft.com/office/powerpoint/2010/main" val="2508051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A7A4C-7BA1-D6EA-F9F2-34F1E4A15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8535"/>
            <a:ext cx="10515600" cy="1458119"/>
          </a:xfrm>
        </p:spPr>
        <p:txBody>
          <a:bodyPr>
            <a:normAutofit/>
          </a:bodyPr>
          <a:lstStyle/>
          <a:p>
            <a:r>
              <a:rPr lang="en-GB" sz="6000" dirty="0"/>
              <a:t>The Idea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7FCEC113-09B8-8405-1618-5B068C50F0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045" t="7953" b="40606"/>
          <a:stretch>
            <a:fillRect/>
          </a:stretch>
        </p:blipFill>
        <p:spPr>
          <a:xfrm>
            <a:off x="4619625" y="31750"/>
            <a:ext cx="7505699" cy="6826250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BDBB675E-BECF-813B-748F-008DA6BDD70C}"/>
              </a:ext>
            </a:extLst>
          </p:cNvPr>
          <p:cNvSpPr txBox="1">
            <a:spLocks/>
          </p:cNvSpPr>
          <p:nvPr/>
        </p:nvSpPr>
        <p:spPr>
          <a:xfrm>
            <a:off x="997526" y="1546654"/>
            <a:ext cx="3622099" cy="49834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4400" dirty="0"/>
              <a:t>Not a lot of blocks,</a:t>
            </a:r>
            <a:br>
              <a:rPr lang="en-GB" sz="4400" dirty="0"/>
            </a:br>
            <a:br>
              <a:rPr lang="en-GB" sz="4400" dirty="0"/>
            </a:br>
            <a:r>
              <a:rPr lang="en-GB" sz="4400" dirty="0"/>
              <a:t>but we are using most bits of the process.</a:t>
            </a:r>
          </a:p>
        </p:txBody>
      </p:sp>
    </p:spTree>
    <p:extLst>
      <p:ext uri="{BB962C8B-B14F-4D97-AF65-F5344CB8AC3E}">
        <p14:creationId xmlns:p14="http://schemas.microsoft.com/office/powerpoint/2010/main" val="1690440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DB329-0B70-C5E1-F109-DB01B6315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1389"/>
            <a:ext cx="10515600" cy="1325563"/>
          </a:xfrm>
        </p:spPr>
        <p:txBody>
          <a:bodyPr>
            <a:normAutofit/>
          </a:bodyPr>
          <a:lstStyle/>
          <a:p>
            <a:r>
              <a:rPr lang="en-GB" sz="6000" dirty="0"/>
              <a:t>Achievements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F03036-6607-07E0-6F0C-71DFB45C73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Various analogue blocks ported to the PDK</a:t>
            </a:r>
          </a:p>
          <a:p>
            <a:pPr lvl="1"/>
            <a:r>
              <a:rPr lang="en-GB" dirty="0" err="1"/>
              <a:t>OpAmp</a:t>
            </a:r>
            <a:r>
              <a:rPr lang="en-GB" dirty="0"/>
              <a:t> is being used by another team</a:t>
            </a:r>
          </a:p>
          <a:p>
            <a:pPr lvl="1"/>
            <a:r>
              <a:rPr lang="en-GB" dirty="0"/>
              <a:t>DACs offered as audio output</a:t>
            </a:r>
          </a:p>
          <a:p>
            <a:endParaRPr lang="en-GB" dirty="0"/>
          </a:p>
          <a:p>
            <a:r>
              <a:rPr lang="en-GB" dirty="0"/>
              <a:t>Component-level simulation (A &amp; D) of everything that is complete.</a:t>
            </a:r>
          </a:p>
          <a:p>
            <a:r>
              <a:rPr lang="en-GB" dirty="0"/>
              <a:t>VHDL system-level simulation.</a:t>
            </a:r>
          </a:p>
          <a:p>
            <a:r>
              <a:rPr lang="en-GB" dirty="0"/>
              <a:t>FPGA Verification of digital modules</a:t>
            </a:r>
          </a:p>
          <a:p>
            <a:endParaRPr lang="en-GB" dirty="0"/>
          </a:p>
          <a:p>
            <a:r>
              <a:rPr lang="en-GB" dirty="0"/>
              <a:t>We kept Simon and Leo up late with upstream bugs and issues…</a:t>
            </a:r>
          </a:p>
        </p:txBody>
      </p:sp>
    </p:spTree>
    <p:extLst>
      <p:ext uri="{BB962C8B-B14F-4D97-AF65-F5344CB8AC3E}">
        <p14:creationId xmlns:p14="http://schemas.microsoft.com/office/powerpoint/2010/main" val="3302595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23F8C855-8637-C266-93A2-464E59922E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96" b="7240"/>
          <a:stretch>
            <a:fillRect/>
          </a:stretch>
        </p:blipFill>
        <p:spPr>
          <a:xfrm rot="660000">
            <a:off x="-169682" y="3321967"/>
            <a:ext cx="12192000" cy="44196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568B210-6497-0168-0B65-08D99A697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5669"/>
            <a:ext cx="10515600" cy="1325563"/>
          </a:xfrm>
        </p:spPr>
        <p:txBody>
          <a:bodyPr>
            <a:normAutofit/>
          </a:bodyPr>
          <a:lstStyle/>
          <a:p>
            <a:r>
              <a:rPr lang="en-GB" sz="6000" dirty="0"/>
              <a:t>Pretty Pictures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B581362-4A26-07C5-B850-74CAE90B08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207627"/>
            <a:ext cx="10515600" cy="2831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9109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ABF7A85-437C-E243-0445-4036882CAD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71522" y="-10133"/>
            <a:ext cx="9515605" cy="6868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426208"/>
      </p:ext>
    </p:extLst>
  </p:cSld>
  <p:clrMapOvr>
    <a:masterClrMapping/>
  </p:clrMapOvr>
</p:sld>
</file>

<file path=ppt/theme/theme1.xml><?xml version="1.0" encoding="utf-8"?>
<a:theme xmlns:a="http://schemas.openxmlformats.org/drawingml/2006/main" name="FunkyShapesDarkVTI">
  <a:themeElements>
    <a:clrScheme name="Custom 4">
      <a:dk1>
        <a:srgbClr val="FFFFFF"/>
      </a:dk1>
      <a:lt1>
        <a:srgbClr val="000000"/>
      </a:lt1>
      <a:dk2>
        <a:srgbClr val="F3FFF8"/>
      </a:dk2>
      <a:lt2>
        <a:srgbClr val="2D2D2D"/>
      </a:lt2>
      <a:accent1>
        <a:srgbClr val="FF80BD"/>
      </a:accent1>
      <a:accent2>
        <a:srgbClr val="1EB9D3"/>
      </a:accent2>
      <a:accent3>
        <a:srgbClr val="21C46B"/>
      </a:accent3>
      <a:accent4>
        <a:srgbClr val="EA9600"/>
      </a:accent4>
      <a:accent5>
        <a:srgbClr val="F43B56"/>
      </a:accent5>
      <a:accent6>
        <a:srgbClr val="4B56E8"/>
      </a:accent6>
      <a:hlink>
        <a:srgbClr val="8F61FF"/>
      </a:hlink>
      <a:folHlink>
        <a:srgbClr val="F900A0"/>
      </a:folHlink>
    </a:clrScheme>
    <a:fontScheme name="Source Sans Pro">
      <a:majorFont>
        <a:latin typeface="Source Sans Pro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unkyShapesDarkVTI" id="{84637DF0-7D2D-4F20-816C-4D6C45F3FAF2}" vid="{0EF594EE-C33F-480F-80E7-D4F74C1C30E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Film Burn</Template>
  <TotalTime>233</TotalTime>
  <Words>151</Words>
  <Application>Microsoft Office PowerPoint</Application>
  <PresentationFormat>Widescreen</PresentationFormat>
  <Paragraphs>25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Source Sans Pro</vt:lpstr>
      <vt:lpstr>FunkyShapesDarkVTI</vt:lpstr>
      <vt:lpstr>FAIf: FABulous Analogue Interface</vt:lpstr>
      <vt:lpstr>The Idea</vt:lpstr>
      <vt:lpstr>Achievements</vt:lpstr>
      <vt:lpstr>Pretty Pictures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Graeme Bragg</dc:creator>
  <cp:lastModifiedBy>Graeme Bragg</cp:lastModifiedBy>
  <cp:revision>1</cp:revision>
  <dcterms:created xsi:type="dcterms:W3CDTF">2026-08-07T11:07:41Z</dcterms:created>
  <dcterms:modified xsi:type="dcterms:W3CDTF">2026-08-07T15:01:13Z</dcterms:modified>
</cp:coreProperties>
</file>